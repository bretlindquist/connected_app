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HACKATHON 2026  •  HUMAN CONNECTION TRACK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6583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for Two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4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“Create First. Then Slide the Phone Across the Table &amp; Swipe Together.”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editorial tabletop ritual for first dates, coffee meetups, and old friends. Spend 1 to 4 playful minutes creating spontaneous micro-artifacts—then put one phone on the table and swipe through your stories together.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2803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60s–4m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28523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Sprint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47091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482803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2E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5–90m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528523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7091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82803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Cards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528523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Vault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47091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82803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Logins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528523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QR / Pass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897880"/>
            <a:ext cx="6473952" cy="384048"/>
          </a:xfrm>
          <a:prstGeom prst="roundRect">
            <a:avLst>
              <a:gd name="adj" fmla="val 19048"/>
            </a:avLst>
          </a:prstGeom>
          <a:solidFill>
            <a:srgbClr val="1E161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8978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WEB APP:  https://connected-app-seven.vercel.app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960120"/>
            <a:ext cx="4160520" cy="5303520"/>
          </a:xfrm>
          <a:prstGeom prst="roundRect">
            <a:avLst>
              <a:gd name="adj" fmla="val 3956"/>
            </a:avLst>
          </a:prstGeom>
          <a:solidFill>
            <a:srgbClr val="FDF2EE"/>
          </a:solidFill>
          <a:ln w="19050">
            <a:solidFill>
              <a:srgbClr val="F2BD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1234440"/>
            <a:ext cx="3611880" cy="4754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46304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FDF2EE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1463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#01 • 60s SKETCH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18470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60-Second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Napkin Sketch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955280" y="2606040"/>
            <a:ext cx="3154680" cy="1965960"/>
          </a:xfrm>
          <a:prstGeom prst="roundRect">
            <a:avLst>
              <a:gd name="adj" fmla="val 4651"/>
            </a:avLst>
          </a:prstGeom>
          <a:solidFill>
            <a:srgbClr val="FAF6F0"/>
          </a:solidFill>
          <a:ln w="12700">
            <a:solidFill>
              <a:srgbClr val="E6DFD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46720" y="297180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52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✍️  [ Unpolished Finger Sketch 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E52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worse the drawing,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E52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funnier the story.”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55280" y="4754880"/>
            <a:ext cx="3154680" cy="475488"/>
          </a:xfrm>
          <a:prstGeom prst="roundRect">
            <a:avLst>
              <a:gd name="adj" fmla="val 19231"/>
            </a:avLst>
          </a:prstGeom>
          <a:solidFill>
            <a:srgbClr val="E05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475488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Phone Across Table  →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5349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of 4  •  Person 1 &amp; Person 2 Locked 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•  WHY FIRST CONVERSATIONS STALL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Meetups Are Trapped Between Interview Mode &amp; Screen Walls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people sit down for coffee or drinks, existing tools either feel like a job interview or pull eyes into separate phones.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547872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1031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DF2E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REHEARSED SMALL TALK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“Resume Interview”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“So what do you do?” “Where are you from?” “How many siblings?”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People recite polished autopilot scripts instead of sharing real stories.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ego-defense on first dates makes vulnerability feel risky.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1874520"/>
            <a:ext cx="3547872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21031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2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HEADS-DOWN TYPING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44568" y="25146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That Interrupt Eye Contact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44568" y="315468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trivia and chat apps keep both people staring down at separate screens.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44568" y="379476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Constant typing &amp; reading breaks conversational rhythm and physical presence.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44568" y="44348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Technology becomes a barrier between the two people instead of a bridge.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1874520"/>
            <a:ext cx="3547872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11896" y="21031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4EFEA"/>
          </a:solidFill>
          <a:ln/>
        </p:spPr>
      </p:sp>
      <p:sp>
        <p:nvSpPr>
          <p:cNvPr id="26" name="Text 24"/>
          <p:cNvSpPr/>
          <p:nvPr/>
        </p:nvSpPr>
        <p:spPr>
          <a:xfrm>
            <a:off x="8311896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PARALYSIS AT THE TABLE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11896" y="25146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Fatigue &amp; Asymmetric Chaos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11896" y="315468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Decks with 200+ random prompts cause 5 minutes of awkward scrolling.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11896" y="379476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each person picks different prompts independently, you lose shared comparison.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11896" y="44348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lasting artifact—when the night ends, the best moments vanish.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13248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1E161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413248"/>
            <a:ext cx="10515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DESIGN INSIGHT:  What if the phone is only allowed to create spontaneous visual sparks for 2 minutes—and then becomes a shared physical coaster on the table for the rest of the night?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INTERACTION ARCHITECTURE  •  SEPARATING CREATION FROM CONNECTION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3-Phase Ritual: Create First, Then Slide &amp; Swipe Together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strictly separating fast solo creation from unhurried shared reveal, phones stop interrupting the conversation.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547872" cy="437083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rgbClr val="E6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057400"/>
            <a:ext cx="3145536" cy="384048"/>
          </a:xfrm>
          <a:prstGeom prst="roundRect">
            <a:avLst>
              <a:gd name="adj" fmla="val 19048"/>
            </a:avLst>
          </a:prstGeom>
          <a:solidFill>
            <a:srgbClr val="FDF2E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0574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 •   1–4 Minutes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56032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Creation Sprint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" y="299923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time-pressure kills overthinking &amp; ego.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347472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Both players lock into the exact same card sequence.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4096512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Strict micro-timers (30s, 45s, 60s) via TimerBar.tsx.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718304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Finger sketches, map pins, brain pie charts, 3-emoji pitches &amp; song previews.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5340096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Unpolished by design: no time to curate a fake persona.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5968" y="1847088"/>
            <a:ext cx="3547872" cy="437083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rgbClr val="E6D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7136" y="2057400"/>
            <a:ext cx="3145536" cy="384048"/>
          </a:xfrm>
          <a:prstGeom prst="roundRect">
            <a:avLst>
              <a:gd name="adj" fmla="val 19048"/>
            </a:avLst>
          </a:prstGeom>
          <a:solidFill>
            <a:srgbClr val="F8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20574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2E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 •   15–90 Minutes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17136" y="256032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Slide &amp; Swipe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17136" y="299923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2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deck on the table. Zero typing.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17136" y="347472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Physically slide the phone across the table (or scan QR to merge two phones).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17136" y="4096512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Swipe card-by-card at your own pace—Round 1 Player A, then Round 1 Player B.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17136" y="4718304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table actions: tap Polaroid to unblur, spin 45rpm vinyl, stamp AGREE or FIGHT ME.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17136" y="5340096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Ends with “Same Prompt, Two Brains” revealed side-by-side.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1847088"/>
            <a:ext cx="3547872" cy="437083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rgbClr val="E6DF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2057400"/>
            <a:ext cx="3145536" cy="384048"/>
          </a:xfrm>
          <a:prstGeom prst="roundRect">
            <a:avLst>
              <a:gd name="adj" fmla="val 19048"/>
            </a:avLst>
          </a:prstGeom>
          <a:solidFill>
            <a:srgbClr val="F4EFEA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20574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  •   Instant Export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84464" y="256032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Keepsake Capsule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84464" y="299923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tangible memory of the night you met.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84464" y="347472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Automatically compiles both players’ cards, locations, songs, and verdicts.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84464" y="4096512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Client-side HTML5 Canvas renders a 1080×1350 editorial postcard PNG.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84464" y="4718304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Places both 60-second Napkin Sketches side-by-side with timestamps.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84464" y="5340096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One-tap shareable URL link preserves the session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PACKAGING  •  ZERO MENU FATIGUE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Curated Experience Packs: Paced for Every Stage of a Meetup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protect the shared experience, one person picks the pack for the table—locking both players into the exact same card arc.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10512"/>
            <a:ext cx="110916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3852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E05A4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93852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19019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Cocktail Napkin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468880" y="2212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 create  →  5–10m talk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1901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Lineup: 01 Napkin Sketch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2176272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as you sit down or waiting for coffee. Zero commitment, instant disarming laugh.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88336"/>
            <a:ext cx="110916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816352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D495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Cards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27797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Quick Spark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468880" y="3090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9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~2m create  →  15–25m talk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779776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Lineup: 01 Sketch  •  07 Emoji Pitch  •  11 Dealer’s Choice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3054096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Show → Guess → Reflect using drawing, emojis, and a Joe Hudson story prompt.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091672" cy="768096"/>
          </a:xfrm>
          <a:prstGeom prst="roundRect">
            <a:avLst>
              <a:gd name="adj" fmla="val 11905"/>
            </a:avLst>
          </a:prstGeom>
          <a:solidFill>
            <a:srgbClr val="FDF2EE"/>
          </a:solidFill>
          <a:ln w="22860">
            <a:solidFill>
              <a:srgbClr val="E05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694176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C84331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94176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03 ★ DEFAULT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Date Classic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2468880" y="39684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4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~3m create  →  30–45m talk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365760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Lineup: 01 Sketch  •  03 Drop Pin  •  09 Spicy Hill  •  10 Two Brains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3931920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signature arc: disarming sketch, a place on Earth you love, playful friction, and a side-by-side finale.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443984"/>
            <a:ext cx="110916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72000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6E2E53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7200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Cards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5354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Table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2468880" y="4846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2E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~4m create  →  45–90m talk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94960" y="453542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Lineup: 01 Sketch • 02 Camera Roll • 08 Brain Pie • 04 Memories • 05 Gut-Read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94960" y="4809744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an entire evening—covering present headspace, real camera roll photos, past memories &amp; future dreams.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321808"/>
            <a:ext cx="110916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449824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44982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/ Dice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5413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Mix / Surprise Us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2468880" y="5724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10s setup  →  Infinite Replay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5413248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Lineup: Slot #1 Locked to Napkin Sketch  +  Any 3 Vault Cards or Dice Roll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94960" y="5687568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on a 2nd or 3rd hangout without losing the shared sequence.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11-CARD INTERACTIVE VAULT  •  PART I: VISUAL &amp; SPATIAL MECHANICS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Text Prompts: Tactile Micro-Instruments for Storytelling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in src/components/cards/ is a custom interactive canvas, map, or visual artifact designed to disarm self-consciousness.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9339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#01  •  60S FINGER CANVAS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60-Second Napkin Sketch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HTML5 touch/mouse canvas with multi-ink palette, brush sizes, and 7 idea prompts.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Partner guesses what is happening in the drawing before you tell the real story.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99339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#02  •  45S PHOTO SCAVENGER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98848" y="22494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Don’t Tell (Camera Roll)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98848" y="2651760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Pick a real photo that makes zero sense without a 30s backstory (timer pauses while picking!).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98848" y="321868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Renders as a blurred Polaroid on the table—tap to unblur and share the memory.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199339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#03  •  30S WORLD MAP PIN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66176" y="22494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a Pin (“Take Me Somewhere”)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66176" y="2651760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Interactive Leaflet map + quick city jump chips to pin one place on Earth that matters to you.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66176" y="321868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Tap “Fly Me In” to switch live to Esri World Imagery satellite view and walk them around.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8736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3367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4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#08  •  45S SVG BRAIN SLICER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48970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Pie Chart of My Brain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Interactive 4-slice SVG wheel + percentage sliders showing what’s occupying your head this week.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45896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Tap each slice on the wheel to unpack what your week actually feels like.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4087368"/>
            <a:ext cx="729691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4233672"/>
            <a:ext cx="6931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#10  •  45S TWIN FINALE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8848" y="4489704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Prompt, Two Brains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498848" y="4892040"/>
            <a:ext cx="6931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Both players get the exact same visual/sketch prompt and react independently without peeking.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98848" y="5458968"/>
            <a:ext cx="6931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Unfolded side-by-side on a single slide to see how differently (or eerily alike) you think.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11-CARD INTERACTIVE VAULT  •  PART II: AUDIO, GUESSING &amp; BANTER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Guessing Games, Live Vinyl Audio &amp; Playful Friction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6 cards turn listening into an active tabletop game—with flips, stamps, and live 25-second chorus previews.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2E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#04  •  60S STORY TRIO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26771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Memories &amp; A Daydream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268833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real past micro-stories + 1 unlived future wish. During reveal, your partner taps the card they think is the secret Daydream!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315968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201168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#05  •  45S FIRST IMPRESSION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98848" y="226771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Playful Gut-Read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98848" y="268833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on who they were as a 10-year-old or on a road trip. Partner stamps your prediction: Scary Accurate, Painfully Close, or Totally Wrong!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83296" y="184708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01168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2E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#06  •  45S VINYL SPIN + ITUNES 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66176" y="226771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30-Second Soundtrack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66176" y="268833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iTunes Search API queries any real song on Earth. Spin the interactive 45rpm record on the table to play a real 25s chorus snippet.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5196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#07  •  30S COASTER FLIP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50799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3-Emoji Story Pitch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31520" y="492861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wild true story in 3 emojis on the front of a bar coaster. Partner guesses the plot before flipping the coaster to reveal the headline.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315968" y="408736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425196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#09  •  30S HOT TAKE STAMP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8848" y="450799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Spicy Hill Slider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98848" y="492861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harmless unpopular opinion + chili meter (1–5). Partner must stamp AGREE or FIGHT ME on your ticket before seeing your heat rating.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83296" y="4087368"/>
            <a:ext cx="354787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4251960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#11  •  45S STORY COMPASS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66176" y="450799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Dealer’s Choice (Joe Hudson Spin)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66176" y="4928616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of 8 vulnerability-first prompts (e.g., “Good advice I’m happiest I ignored” or “A $5 pleasure I take way too seriously”).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•  ZERO-BACKEND TABLE SYNCHRONIZATION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One Shared Phone or Two Phones via Serverless QR Sync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Wi-Fi pairing failures, and no backend database required—engineered for noisy bars, cafés, and subway dead-zones.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376672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9050">
            <a:solidFill>
              <a:srgbClr val="F2BD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031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DF2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4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A • SINGLE-PHONE PASS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Phone on the Table (Default)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3090672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Person 1 completes their Creation Sprint (1–4 mins).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Privacy Pass-Shield (handoff-to-b) locks Person 1’s answers so Person 2 cannot peek during the physical handoff.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22960" y="4224528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 1 slides the phone across the table to Person 2.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22960" y="4791456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 2 completes the exact same card sequence.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22960" y="5358384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Both decks automatically merge in memory &amp; localStorage into a single alternating Reveal Deck (Round 1A → 1B → 2A → 2B).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5376672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9050">
            <a:solidFill>
              <a:srgbClr val="E6D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10312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8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1031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2E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B • TWO-PHONE QR SYNC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2542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in Parallel on Separate Phones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3090672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Table Invite QR (qrcode.react): Encodes ?pack=...&amp;cards=...&amp;a=...&amp;b=... into a scannable URL so both phones lock into the identical card order.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803904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Simultaneous Sprint: Both players build their cards at the exact same time on their own devices.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37960" y="4517136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Compact Deck Codec (src/utils/shareCodec.ts): encodePartnerDeckCode() serializes structured responses into a lightweight Base64 token (stripping raw base64 bitmaps for instant transfer).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537960" y="5230368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Merge &amp; Slide: Import partner’s deck code in 1 tap and run the entire Reveal Deck from a single phone on the table.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DESIGN CRAFT  •  BUILT FOR TACTILE SPEED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Luminous Editorial Aesthetic + Browser-Native Graphics Engine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Kinfolk, Hinge, and Paired—replacing dark-mode “gamer UI” with warm tabletop paper, velvet ink, and zero-latency interactions.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547872" cy="434340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0312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Tabletop Editorial 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Warm Silk Canvas (#FAF6F0) + Velvet Espresso Ink (#1E161A) with 16.4:1 WCAG AAA contrast.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77240" y="3986784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4-Font Editorial Hierarchy: Fraunces (Display Serif), Plus Jakarta Sans (UI), Caveat (Handwritten notes), JetBrains Mono (Timers).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77240" y="4974336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Mobile-first safe-area insets and touch-swipe gesture recognition (RevealDeck.tsx).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315968" y="1874520"/>
            <a:ext cx="3547872" cy="434340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10312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GRAPHICS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44568" y="242316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 2D, SVG &amp; GIS Mapping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44568" y="2999232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HTML5 2D Touch Canvas for 60s Napkin Sketch &amp; Two Brains with undo/clear &amp; stroke smoothing.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544568" y="3986784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Leaflet 1.9 GIS Engine with live Esri World Imagery satellite tile-swapping on “Fly Me In”.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544568" y="4974336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Client-side 1080×1350 Postcard Compositor (KeepsakeView.tsx) rendering dual sketches &amp; highlights to PNG.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083296" y="1874520"/>
            <a:ext cx="3547872" cy="434340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1896" y="210312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&amp; AUDIO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11896" y="242316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 State &amp; Live Audio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11896" y="2999232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 + TypeScript 5.6 + Vite 6 with zero external state bloat.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311896" y="3986784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localStorage session persistence (table_for_two_v2_session) survives mobile browser refreshes.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311896" y="4974336"/>
            <a:ext cx="3090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iTunes Search API integration + HTML5 Audio preview player with curated offline fallback tracks.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 •  60-SECOND JUDGES WALKTHROUGH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Flow: From First Sit-Down to Keepsake Postcard in 60s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live on your phone at https://connected-app-seven.vercel.app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029968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E05A4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029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975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The Table Lobby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651760" y="2304288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two names, pick “The First Date Classic” (or open the All 11 Cards Vault Drawer to test any single card immediately), and choose 1-Phone Pass or 2-Phone QR Sync.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10896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4953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0896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0:15 – 0:35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5409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The Creation Sprint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651760" y="33832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live TimerBar count down: finger-sketch a memory in 60s, drop a world pin in Kyoto/Lisbon, set a Spicy Hill hot take, and sketch on “Same Prompt, Two Brains”.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18795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6E2E5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8795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0:35 – 0:50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3308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The Slide &amp; Swipe Reveal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651760" y="446227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phone across the table! Swipe through alternating Player A &amp; Player B cards, fly into satellite view, stamp “FIGHT ME” on the hot take, and unfold Two Brains side-by-side.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48640" y="5084064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526694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2F7A5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26694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5212080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The Keepsake Postcard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2651760" y="5541264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with confetti and download the custom 1080×1350 Keepsake Postcard PNG framing both 60-second napkin sketches and the night’s table highlights.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20240" cy="292608"/>
          </a:xfrm>
          <a:prstGeom prst="rect">
            <a:avLst>
              <a:gd name="adj" fmla="val 50000"/>
            </a:avLst>
          </a:prstGeom>
          <a:solidFill>
            <a:srgbClr val="FDF2EE"/>
          </a:solidFill>
          <a:ln w="9525">
            <a:solidFill>
              <a:srgbClr val="F2BD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C84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TABLE FOR TWO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606040" y="320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  •  CLOSING &amp; LIVE ACCESS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6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— Connected  |  Google Hackathon 2026  |  connected-app-seven.vercel.app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739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the Phones to Work for 3 Minutes—So You Can Forget Them for 3 Hours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is live today and ready to turn awkward first meetups into unforgettable stories.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848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WAVE • AI SOMMELIER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Multimodal Keepsake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090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Gemini vision + audio synthesis at the end of the night: reads both napkin sketches and card answers to generate a personalized “Table Story” &amp; 3 bespoke follow-up questions.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5968" y="187452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0848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WAVE • PEER SYNC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44568" y="237744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WebRTC Local Instant Air-Drop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2834640"/>
            <a:ext cx="3090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Zero-server WebRTC DataChannel handshake via QR code so full-resolution Camera Roll photos and Napkin Sketch bitmaps sync across two phones in milliseconds.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3296" y="187452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6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0848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WAVE • OCCASION PACKS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11896" y="237744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First Date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11896" y="2834640"/>
            <a:ext cx="3090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vaults for Long-Term Couples (“Anniversary Table”), Old Friends Catch-Up, Co-Founders Offsite, and Family Dinner Table.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11091672" cy="1444752"/>
          </a:xfrm>
          <a:prstGeom prst="roundRect">
            <a:avLst>
              <a:gd name="adj" fmla="val 10127"/>
            </a:avLst>
          </a:prstGeom>
          <a:solidFill>
            <a:srgbClr val="1E161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9011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Table for Two Live Right Now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68680" y="54132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https://connected-app-seven.vercel.app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2440" y="4983480"/>
            <a:ext cx="3246120" cy="950976"/>
          </a:xfrm>
          <a:prstGeom prst="roundRect">
            <a:avLst>
              <a:gd name="adj" fmla="val 11538"/>
            </a:avLst>
          </a:prstGeom>
          <a:solidFill>
            <a:srgbClr val="E05A47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4983480"/>
            <a:ext cx="3246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the Phone Over.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the Story.  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Table for Two — Connected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for Two — Connected | Hackathon Pitch Deck</dc:title>
  <dc:subject>Google Hackathon 2026 Pitch Deck</dc:subject>
  <dc:creator>Bret Lindquist</dc:creator>
  <cp:lastModifiedBy>Bret Lindquist</cp:lastModifiedBy>
  <cp:revision>1</cp:revision>
  <dcterms:created xsi:type="dcterms:W3CDTF">2026-10-16T06:20:12Z</dcterms:created>
  <dcterms:modified xsi:type="dcterms:W3CDTF">2026-10-16T06:20:12Z</dcterms:modified>
</cp:coreProperties>
</file>